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7680960" cy="2926080"/>
          </a:xfrm>
          <a:prstGeom prst="roundRect">
            <a:avLst>
              <a:gd name="adj" fmla="val 4688"/>
            </a:avLst>
          </a:prstGeom>
          <a:solidFill>
            <a:srgbClr val="8B7B6B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Absences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de gestion des absences du département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— BUT Réseaux &amp; Télécommunications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AKAKCA Hakan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KUNEGEL Nicolas  •  SASORITH Maël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8B7B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1170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8B7B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627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de données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828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tables de la base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8B7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084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286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Gunicorn, Django, MariaDB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A0908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542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Django — Nicolas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743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modèles, gestion d'erreurs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A0908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175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2999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Base de données — Maël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2004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MariaDB, tables et données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47472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A0908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747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80160" y="3456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Serveur — Hakan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657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Gunicorn, déploiement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93192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7B6B5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319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80160" y="3913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4114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en action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38912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7B6B5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3891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80160" y="4370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4572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perspectives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188720"/>
          </a:xfrm>
          <a:prstGeom prst="roundRect">
            <a:avLst>
              <a:gd name="adj" fmla="val 7692"/>
            </a:avLst>
          </a:prstGeom>
          <a:solidFill>
            <a:srgbClr val="F5F0E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interface web permettant au gestionnaire du département de saisir les absences des étudiants à différents cours, d'ajouter des justificatifs, et de générer des rapports.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lire, modifier et supprimer groupes, étudiants, enseignants, cours et absences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par fichier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021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absences d'un cours via un fichier CSV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886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0965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absences et insérer des justificatifs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480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6908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la liste des absences par cours et par étudiant avec totaux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de données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interconnectées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40480" y="137160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0" y="137160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1600200"/>
            <a:ext cx="228600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77640" y="1737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25603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256032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8B7B6B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788920"/>
            <a:ext cx="2286000" cy="91440"/>
          </a:xfrm>
          <a:prstGeom prst="rect">
            <a:avLst/>
          </a:prstGeom>
          <a:solidFill>
            <a:srgbClr val="8B7B6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nom, prénom,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photo, groupe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5603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56032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A0908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788920"/>
            <a:ext cx="2286000" cy="91440"/>
          </a:xfrm>
          <a:prstGeom prst="rect">
            <a:avLst/>
          </a:prstGeom>
          <a:solidFill>
            <a:srgbClr val="A090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nom, prénom,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25603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256032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C4B5A5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2788920"/>
            <a:ext cx="2286000" cy="91440"/>
          </a:xfrm>
          <a:prstGeom prst="rect">
            <a:avLst/>
          </a:prstGeom>
          <a:solidFill>
            <a:srgbClr val="C4B5A5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titre, 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enseignant, durée, groupe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39319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0" y="393192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2560320" y="4160520"/>
            <a:ext cx="2286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97480" y="4297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étudiant, cours,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justifié, justification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d'architecture (tableau blanc)</a:t>
            </a:r>
            <a:endParaRPr lang="en-US" sz="1100" dirty="0"/>
          </a:p>
        </p:txBody>
      </p:sp>
      <p:pic>
        <p:nvPicPr>
          <p:cNvPr id="5" name="Image 0" descr="/home/claude/schema_tablea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374904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5F0EB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1 — Serveur Web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164592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66360" y="1737360"/>
            <a:ext cx="274320" cy="274320"/>
          </a:xfrm>
          <a:prstGeom prst="ellipse">
            <a:avLst/>
          </a:prstGeom>
          <a:solidFill>
            <a:srgbClr val="6B8E6B"/>
          </a:solidFill>
          <a:ln/>
        </p:spPr>
      </p:sp>
      <p:sp>
        <p:nvSpPr>
          <p:cNvPr id="10" name="Text 7"/>
          <p:cNvSpPr/>
          <p:nvPr/>
        </p:nvSpPr>
        <p:spPr>
          <a:xfrm>
            <a:off x="5532120" y="1691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32120" y="1874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Hakan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0" y="219456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66360" y="2286000"/>
            <a:ext cx="274320" cy="274320"/>
          </a:xfrm>
          <a:prstGeom prst="ellipse">
            <a:avLst/>
          </a:prstGeom>
          <a:solidFill>
            <a:srgbClr val="9B7B5B"/>
          </a:solidFill>
          <a:ln/>
        </p:spPr>
      </p:sp>
      <p:sp>
        <p:nvSpPr>
          <p:cNvPr id="14" name="Text 11"/>
          <p:cNvSpPr/>
          <p:nvPr/>
        </p:nvSpPr>
        <p:spPr>
          <a:xfrm>
            <a:off x="5532120" y="2240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32120" y="2423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Hakan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0" y="274320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66360" y="2834640"/>
            <a:ext cx="274320" cy="274320"/>
          </a:xfrm>
          <a:prstGeom prst="ellipse">
            <a:avLst/>
          </a:prstGeom>
          <a:solidFill>
            <a:srgbClr val="8B7B6B"/>
          </a:solidFill>
          <a:ln/>
        </p:spPr>
      </p:sp>
      <p:sp>
        <p:nvSpPr>
          <p:cNvPr id="18" name="Text 15"/>
          <p:cNvSpPr/>
          <p:nvPr/>
        </p:nvSpPr>
        <p:spPr>
          <a:xfrm>
            <a:off x="5532120" y="2788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32120" y="29718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12280" y="210312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12280" y="265176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246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0" y="3429000"/>
            <a:ext cx="914400" cy="0"/>
          </a:xfrm>
          <a:prstGeom prst="line">
            <a:avLst/>
          </a:prstGeom>
          <a:noFill/>
          <a:ln w="25400">
            <a:solidFill>
              <a:srgbClr val="C4B5A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0" y="356616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EAE2"/>
          </a:solidFill>
          <a:ln/>
        </p:spPr>
      </p:sp>
      <p:sp>
        <p:nvSpPr>
          <p:cNvPr id="25" name="Shape 22"/>
          <p:cNvSpPr/>
          <p:nvPr/>
        </p:nvSpPr>
        <p:spPr>
          <a:xfrm>
            <a:off x="5166360" y="3703320"/>
            <a:ext cx="274320" cy="274320"/>
          </a:xfrm>
          <a:prstGeom prst="ellipse">
            <a:avLst/>
          </a:prstGeom>
          <a:solidFill>
            <a:srgbClr val="9B7B5B"/>
          </a:solidFill>
          <a:ln/>
        </p:spPr>
      </p:sp>
      <p:sp>
        <p:nvSpPr>
          <p:cNvPr id="26" name="Text 23"/>
          <p:cNvSpPr/>
          <p:nvPr/>
        </p:nvSpPr>
        <p:spPr>
          <a:xfrm>
            <a:off x="5532120" y="3611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32120" y="3840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Maël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0" y="3611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7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2 / Hôte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AF7F4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Hakan 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Nginx + Gunicorn       </a:t>
            </a:r>
            <a:pPr algn="ctr" indent="0" marL="0">
              <a:buNone/>
            </a:pPr>
            <a:r>
              <a:rPr lang="en-US" sz="1300" b="1" dirty="0">
                <a:solidFill>
                  <a:srgbClr val="6B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Django       </a:t>
            </a:r>
            <a:pPr algn="ctr" indent="0" marL="0">
              <a:buNone/>
            </a:pPr>
            <a:r>
              <a:rPr lang="en-US" sz="1300" b="1" dirty="0">
                <a:solidFill>
                  <a:srgbClr val="9B7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Maël 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MariaDB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Django — Nicolas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et fonctionnalités de l'application</a:t>
            </a:r>
            <a:endParaRPr lang="en-US" sz="1400" dirty="0"/>
          </a:p>
        </p:txBody>
      </p:sp>
      <p:pic>
        <p:nvPicPr>
          <p:cNvPr id="4" name="Image 0" descr="/home/claude/nicolas_screen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0292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28016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/>
        </p:spPr>
      </p:sp>
      <p:sp>
        <p:nvSpPr>
          <p:cNvPr id="6" name="Text 3"/>
          <p:cNvSpPr/>
          <p:nvPr/>
        </p:nvSpPr>
        <p:spPr>
          <a:xfrm>
            <a:off x="5852160" y="13716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routes définies 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(dashboard)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 cours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d'absences (CSV)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/ recherche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enseignant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/ supprimer absence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88720" y="3154680"/>
            <a:ext cx="457200" cy="457200"/>
          </a:xfrm>
          <a:prstGeom prst="ellipse">
            <a:avLst/>
          </a:prstGeom>
          <a:solidFill>
            <a:srgbClr val="8B7B6B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: total étudiants, absences, profs, absences non justifiées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06040" y="3017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3154680"/>
            <a:ext cx="457200" cy="457200"/>
          </a:xfrm>
          <a:prstGeom prst="ellipse">
            <a:avLst/>
          </a:prstGeom>
          <a:solidFill>
            <a:srgbClr val="C4B5A5"/>
          </a:solidFill>
          <a:ln/>
        </p:spPr>
      </p:sp>
      <p:sp>
        <p:nvSpPr>
          <p:cNvPr id="13" name="Text 10"/>
          <p:cNvSpPr/>
          <p:nvPr/>
        </p:nvSpPr>
        <p:spPr>
          <a:xfrm>
            <a:off x="269748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69748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les absences d'un cours depuis un fichier (nom, prénom, justificatif)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3017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3154680"/>
            <a:ext cx="457200" cy="457200"/>
          </a:xfrm>
          <a:prstGeom prst="ellipse">
            <a:avLst/>
          </a:prstGeom>
          <a:solidFill>
            <a:srgbClr val="6B8E6B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nom/prénom : absences d'un étudiant ou cours d'un enseignant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903720" y="3017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35240" y="3154680"/>
            <a:ext cx="457200" cy="457200"/>
          </a:xfrm>
          <a:prstGeom prst="ellipse">
            <a:avLst/>
          </a:prstGeom>
          <a:solidFill>
            <a:srgbClr val="9B7B5B"/>
          </a:solidFill>
          <a:ln/>
        </p:spPr>
      </p:sp>
      <p:sp>
        <p:nvSpPr>
          <p:cNvPr id="21" name="Text 18"/>
          <p:cNvSpPr/>
          <p:nvPr/>
        </p:nvSpPr>
        <p:spPr>
          <a:xfrm>
            <a:off x="69951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9516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des prochains cours d'un enseignant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— Gestion des données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avec gestion des suppressions et base SQL existante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5F0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models.CASCADE</a:t>
            </a:r>
            <a:endParaRPr lang="en-US" sz="1600" dirty="0"/>
          </a:p>
        </p:txBody>
      </p:sp>
      <p:pic>
        <p:nvPicPr>
          <p:cNvPr id="6" name="Image 0" descr="/home/claude/nicolas_screen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356616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étudiant est supprimé, ses absences (classe « enfant ») sont automatiquement supprimées grâce à models.CASCADE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0EAE2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7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models.SET_NULL</a:t>
            </a:r>
            <a:endParaRPr lang="en-US" sz="1600" dirty="0"/>
          </a:p>
        </p:txBody>
      </p:sp>
      <p:pic>
        <p:nvPicPr>
          <p:cNvPr id="10" name="Image 1" descr="/home/claude/nicolas_screen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37760" y="1828800"/>
            <a:ext cx="356616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2377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professeur est supprimé, son cours reste présent (les élèves doivent le faire) mais aucun prof n'y est assigné. On peut ensuite assigner un nouveau professeur.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8404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Meta — Base SQL existante</a:t>
            </a:r>
            <a:endParaRPr lang="en-US" sz="1400" dirty="0"/>
          </a:p>
        </p:txBody>
      </p:sp>
      <p:pic>
        <p:nvPicPr>
          <p:cNvPr id="14" name="Image 2" descr="/home/claude/nicolas_screen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4206240"/>
            <a:ext cx="164592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7744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= False indique que Django ne gère pas la structure des tables : le projet s'appuie sur une base SQL déjà créée par Maël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754880" y="38404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93776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local (SQLite)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37760" y="4206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Possibilité de travailler en local avec SQLite pour le développement, puis de basculer sur MariaDB en production en modifiant le settings.py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web (Templates)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 HTML avec fichier CSS dédié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5F0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325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— dashboard statistiques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3258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saisir_cours.html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saisie d'un nouveau cours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920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/cours/nouveau/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5F0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14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saisir_absence.html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514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des absences d'un cours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514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/absences/saisir/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089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statistiques.html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108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affichage des absences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108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/absences/statistiques/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5F0E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03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modifier_absence.html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703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/ justifier une absence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703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/absence/&lt;id&gt;/modifier/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97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planning_enseignant.html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des cours d'un enseignant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42976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/enseignant/&lt;id&gt;/planning/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fichier style.css dans SAE/static/SAE/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Base de données — Maël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 base de données et infrastructure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0EA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7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réalisé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la VM Debian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MariaDB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base de données absences_db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tables (5 tables)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l'utilisateur sae_user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Django ↔ MariaDB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tables créées</a:t>
            </a:r>
            <a:endParaRPr lang="en-US" sz="1300" dirty="0"/>
          </a:p>
        </p:txBody>
      </p:sp>
      <p:pic>
        <p:nvPicPr>
          <p:cNvPr id="9" name="Image 0" descr="/home/claude/mael_screen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645920"/>
            <a:ext cx="3200400" cy="1188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32004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table etudiants</a:t>
            </a:r>
            <a:endParaRPr lang="en-US" sz="1300" dirty="0"/>
          </a:p>
        </p:txBody>
      </p:sp>
      <p:pic>
        <p:nvPicPr>
          <p:cNvPr id="12" name="Image 1" descr="/home/claude/mael_screen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3566160"/>
            <a:ext cx="3566160" cy="1371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54880" y="32004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AF7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93776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sae_user + privilèges</a:t>
            </a:r>
            <a:endParaRPr lang="en-US" sz="1300" dirty="0"/>
          </a:p>
        </p:txBody>
      </p:sp>
      <p:pic>
        <p:nvPicPr>
          <p:cNvPr id="15" name="Image 2" descr="/home/claude/mael_screen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37760" y="3566160"/>
            <a:ext cx="356616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Serveur — Hakan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— Reverse Proxy  |  Gunicorn — Serveur WSGI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657600" cy="3474720"/>
          </a:xfrm>
          <a:prstGeom prst="roundRect">
            <a:avLst>
              <a:gd name="adj" fmla="val 3158"/>
            </a:avLst>
          </a:prstGeom>
          <a:solidFill>
            <a:srgbClr val="F5F0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web qui reçoit les requêtes HTTP des navigateurs et les redirige vers Gunicorn (reverse proxy)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install nginx -y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/etc/nginx/sites-available/absences configuré en proxy_pass vers le port 8000 de Gunicorn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657600" cy="3474720"/>
          </a:xfrm>
          <a:prstGeom prst="roundRect">
            <a:avLst>
              <a:gd name="adj" fmla="val 3158"/>
            </a:avLst>
          </a:prstGeom>
          <a:solidFill>
            <a:srgbClr val="F0EAE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7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WSGI qui exécute l'application Django et fait le lien entre Nginx et le code Python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gunicorn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: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gunicorn --bind 0.0.0.0:8000 SAE_ALBERT.wsgi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Nginx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/etc/nginx/sites-available/absences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listen 80;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server_name _;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 /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proxy_pass </a:t>
            </a:r>
            <a:pPr indent="0" marL="0">
              <a:buNone/>
            </a:pPr>
            <a:r>
              <a:rPr lang="en-US" sz="1200" dirty="0">
                <a:solidFill>
                  <a:srgbClr val="D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Host $host;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X-Real-IP $remote_addr;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3716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sur le port HTTP standard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proxy_pass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vers Gunicorn (port 8000)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proxy_set_header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 l'IP réelle du visiteur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AF7F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: 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 -s ... sites-enabled/  →  rm default  →  nginx -t  →  systemctl restart nginx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du serveur et accès au 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pour lancer le serveur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 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~/venv/bin/activate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~/SAE_DJANGO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runserver 0.0.0.0:8000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site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http://[IP de la VM]:8000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tout le réseau local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34747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0EAE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admin Django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931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http://[IP de la VM]:8000/admin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: admin / mot de passe choisi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B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8B7B6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572768"/>
            <a:ext cx="457200" cy="457200"/>
          </a:xfrm>
          <a:prstGeom prst="ellipse">
            <a:avLst/>
          </a:prstGeom>
          <a:solidFill>
            <a:srgbClr val="6B8E6B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463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atteints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complet, import CSV, statistiques, justifications, rapports par cours et par étudiant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8B7B6B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70048"/>
            <a:ext cx="457200" cy="457200"/>
          </a:xfrm>
          <a:prstGeom prst="ellipse">
            <a:avLst/>
          </a:prstGeom>
          <a:solidFill>
            <a:srgbClr val="C4B5A5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fonctionnelle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Gunicorn + Django + MariaDB déployés sur VM Debian 13, accessibles sur le réseau local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8B7B6B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767328"/>
            <a:ext cx="457200" cy="457200"/>
          </a:xfrm>
          <a:prstGeom prst="ellipse">
            <a:avLst/>
          </a:prstGeom>
          <a:solidFill>
            <a:srgbClr val="9B7B5B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0233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claire : Nicolas (Django), Maël (base de données), Hakan (serveur web)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8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 - Gestion des Absences</dc:title>
  <dc:subject>PptxGenJS Presentation</dc:subject>
  <dc:creator>AKAKCA Hakan, KUNEGEL Nicolas, SASORITH Maël</dc:creator>
  <cp:lastModifiedBy>AKAKCA Hakan, KUNEGEL Nicolas, SASORITH Maël</cp:lastModifiedBy>
  <cp:revision>1</cp:revision>
  <dcterms:created xsi:type="dcterms:W3CDTF">2026-06-10T22:01:44Z</dcterms:created>
  <dcterms:modified xsi:type="dcterms:W3CDTF">2026-06-10T22:01:44Z</dcterms:modified>
</cp:coreProperties>
</file>